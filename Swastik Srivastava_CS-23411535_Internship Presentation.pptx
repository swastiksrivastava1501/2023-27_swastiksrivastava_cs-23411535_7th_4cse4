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7708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59436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ppt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777240"/>
            <a:ext cx="1005840" cy="1069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71323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331720" y="117043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Automated Customer Support Chatbot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Intent Recognition and CI/CD Deployment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77240" y="44348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88920" y="44348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Swastik Srivastava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47640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88920" y="476402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CS-23411535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509320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88920" y="50932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CSE(AI&amp;ML), 7</a:t>
            </a:r>
            <a:r>
              <a:rPr lang="en-US" sz="13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Semester 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542239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88920" y="54223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(AICTE - National Internship Portal)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70432" y="1417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Internship Program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939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093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20756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52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73405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Technology Stack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4107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410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339242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1435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39712" y="1417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Execution Timeline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20939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2093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39712" y="20756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 Pipeline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27523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2752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39712" y="273405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Evaluation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34107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9360" y="3410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39712" y="339242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Outcomes, Limitations &amp; Future Scope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 Program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1234440"/>
            <a:ext cx="4206240" cy="5257800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84048" y="2880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" y="3337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Internship Duration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- August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4160520"/>
            <a:ext cx="32918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4343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Achieved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4663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 (Outstanding)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1371600"/>
            <a:ext cx="7040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</a:t>
            </a:r>
            <a:r>
              <a:rPr lang="en-US" sz="14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a nation-building skills initiative that delivers virtual internships in partnership with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</a:t>
            </a:r>
            <a:r>
              <a:rPr lang="en-US" sz="14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(All India Council for Technical Education) and the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</a:t>
            </a:r>
            <a:r>
              <a:rPr lang="en-US" sz="14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 initiative supported by the Ministry of Education, Government of India.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0" y="3017520"/>
            <a:ext cx="128016" cy="128016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286207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Deployment &amp; Automation Track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46320" y="317296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building, containerizing and automating deployment of AI/ML applications.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0" y="3977640"/>
            <a:ext cx="128016" cy="128016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82219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Toolchain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46320" y="413308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exposure to Hugging Face, PyTorch, FastAPI, Docker and GitHub Actions.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0" y="4937760"/>
            <a:ext cx="128016" cy="128016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478231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Mentor-Guided Execution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846320" y="509320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8-week roadmap with weekly milestones and deliverables.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5029200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receive a high volume of repetitive, tier-1 customer support queries (order status, refunds, account queries). Manual handling increases operational cost and response time, and pulls agents away from complex issues that truly need human judgment.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an intelligent system that understands customer intent in natural language and can be deployed and updated reliably, without manual intervention.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280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12280" y="170992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DistilBERT for accurate customer-intent classification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25786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2280" y="2551176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high-performance FastAPI REST endpoint for real-time inference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34198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2280" y="3392424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the application with Docker for portable deployment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9360" y="42611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4261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423367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testing, build &amp; deployment using GitHub Actions CI/CD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09360" y="510235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5102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507492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AWS EC2 / Render for public accessibility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covers intent-based handling of tier-1 queries — model fine-tuning, API development, containerization and CI/CD-based automated deployment. Advanced multi-turn dialogue and generative responses are identified as future scope.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42316" y="2194560"/>
            <a:ext cx="1783080" cy="3200400"/>
          </a:xfrm>
          <a:prstGeom prst="roundRect">
            <a:avLst>
              <a:gd name="adj" fmla="val 5128"/>
            </a:avLst>
          </a:prstGeom>
          <a:solidFill>
            <a:srgbClr val="F5F7FC"/>
          </a:solidFill>
          <a:ln w="12700">
            <a:solidFill>
              <a:srgbClr val="E1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" y="25146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/ai_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1" y="262158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5468" y="356616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15468" y="4069080"/>
            <a:ext cx="16367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+ PyTorch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226564" y="2194560"/>
            <a:ext cx="1783080" cy="3200400"/>
          </a:xfrm>
          <a:prstGeom prst="roundRect">
            <a:avLst>
              <a:gd name="adj" fmla="val 5128"/>
            </a:avLst>
          </a:prstGeom>
          <a:solidFill>
            <a:srgbClr val="F5F7FC"/>
          </a:solidFill>
          <a:ln w="12700">
            <a:solidFill>
              <a:srgbClr val="E1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06624" y="2514600"/>
            <a:ext cx="822960" cy="822960"/>
          </a:xfrm>
          <a:prstGeom prst="ellipse">
            <a:avLst/>
          </a:prstGeom>
          <a:solidFill>
            <a:srgbClr val="7B2D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ppt/valid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3609" y="262158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99716" y="356616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299716" y="4069080"/>
            <a:ext cx="16367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210812" y="2194560"/>
            <a:ext cx="1783080" cy="3200400"/>
          </a:xfrm>
          <a:prstGeom prst="roundRect">
            <a:avLst>
              <a:gd name="adj" fmla="val 5128"/>
            </a:avLst>
          </a:prstGeom>
          <a:solidFill>
            <a:srgbClr val="F5F7FC"/>
          </a:solidFill>
          <a:ln w="12700">
            <a:solidFill>
              <a:srgbClr val="E1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90872" y="2514600"/>
            <a:ext cx="822960" cy="82296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ppt/back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857" y="262158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83964" y="356616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283964" y="4069080"/>
            <a:ext cx="16367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95060" y="2194560"/>
            <a:ext cx="1783080" cy="3200400"/>
          </a:xfrm>
          <a:prstGeom prst="roundRect">
            <a:avLst>
              <a:gd name="adj" fmla="val 5128"/>
            </a:avLst>
          </a:prstGeom>
          <a:solidFill>
            <a:srgbClr val="F5F7FC"/>
          </a:solidFill>
          <a:ln w="12700">
            <a:solidFill>
              <a:srgbClr val="E1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75120" y="2514600"/>
            <a:ext cx="822960" cy="82296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ppt/do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2105" y="2621585"/>
            <a:ext cx="608990" cy="6089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68212" y="356616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68212" y="4069080"/>
            <a:ext cx="16367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Compose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179308" y="2194560"/>
            <a:ext cx="1783080" cy="3200400"/>
          </a:xfrm>
          <a:prstGeom prst="roundRect">
            <a:avLst>
              <a:gd name="adj" fmla="val 5128"/>
            </a:avLst>
          </a:prstGeom>
          <a:solidFill>
            <a:srgbClr val="F5F7FC"/>
          </a:solidFill>
          <a:ln w="12700">
            <a:solidFill>
              <a:srgbClr val="E1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659368" y="2514600"/>
            <a:ext cx="822960" cy="822960"/>
          </a:xfrm>
          <a:prstGeom prst="ellipse">
            <a:avLst/>
          </a:prstGeom>
          <a:solidFill>
            <a:srgbClr val="6A3F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ppt/cic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6353" y="2621585"/>
            <a:ext cx="608990" cy="6089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52460" y="356616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252460" y="4069080"/>
            <a:ext cx="16367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10163556" y="2194560"/>
            <a:ext cx="1783080" cy="3200400"/>
          </a:xfrm>
          <a:prstGeom prst="roundRect">
            <a:avLst>
              <a:gd name="adj" fmla="val 5128"/>
            </a:avLst>
          </a:prstGeom>
          <a:solidFill>
            <a:srgbClr val="F5F7FC"/>
          </a:solidFill>
          <a:ln w="12700">
            <a:solidFill>
              <a:srgbClr val="E1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10643616" y="25146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/home/claude/ppt/clou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0601" y="2621585"/>
            <a:ext cx="608990" cy="6089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236708" y="356616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10236708" y="4069080"/>
            <a:ext cx="16367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/ Render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containerized microservice design: FastAPI handles routing, Pydantic validates input, and the fine-tuned DistilBERT model performs inference — all packaged in a single Docker image and deployed to the cloud.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request via HTTP POST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685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6850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/predict endpoint receives 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12394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validates the payload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562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5628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classifies intent (PyTorch)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001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returned with confidence score</a:t>
            </a:r>
            <a:endParaRPr lang="en-US" sz="1250" dirty="0"/>
          </a:p>
        </p:txBody>
      </p:sp>
      <p:pic>
        <p:nvPicPr>
          <p:cNvPr id="14" name="Image 0" descr="/home/claude/ppt/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660" y="960120"/>
            <a:ext cx="3724212" cy="56235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Execution Timeline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followed a structured, phase-wise roadmap across the 8-week internship, moving from data preparation to a fully automated, cloud-deployed system.</a:t>
            </a:r>
            <a:endParaRPr lang="en-US" sz="1350" dirty="0"/>
          </a:p>
        </p:txBody>
      </p:sp>
      <p:pic>
        <p:nvPicPr>
          <p:cNvPr id="4" name="Image 0" descr="/home/claude/ppt/gantt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1737360"/>
            <a:ext cx="9875520" cy="4169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13562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on the last — from dataset preparation and model fine-tuning, through API development and containerization, to a fully automated CI/CD-driven cloud deployment by week 8.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Automation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Actions workflow tests, builds and deploys the application automatically on every push to the main branch — removing manual deployment steps entirely.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&amp; Linting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43000" y="29443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automatically triggers unit tests and code-quality checks.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 Image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43000" y="399592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multi-stage Dockerfile produces a minimal, secure production image.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Automatically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43000" y="504748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webhook updates the live application on AWS EC2 / Render.</a:t>
            </a:r>
            <a:endParaRPr lang="en-US" sz="1200" dirty="0"/>
          </a:p>
        </p:txBody>
      </p:sp>
      <p:pic>
        <p:nvPicPr>
          <p:cNvPr id="16" name="Image 0" descr="/home/claude/ppt/cicd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922" y="777240"/>
            <a:ext cx="4272077" cy="53949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Model Performance</a:t>
            </a:r>
            <a:endParaRPr lang="en-US" sz="2800" dirty="0"/>
          </a:p>
        </p:txBody>
      </p:sp>
      <p:pic>
        <p:nvPicPr>
          <p:cNvPr id="3" name="Image 0" descr="/home/claude/ppt/trai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5486400" cy="3072384"/>
          </a:xfrm>
          <a:prstGeom prst="rect">
            <a:avLst/>
          </a:prstGeom>
        </p:spPr>
      </p:pic>
      <p:pic>
        <p:nvPicPr>
          <p:cNvPr id="4" name="Image 1" descr="/home/claude/ppt/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51560"/>
            <a:ext cx="5120640" cy="43205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41605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stabilises around 91-92% by epoch 8 with a small train/validation gap — indicating good generalization without overfitting.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400800" y="56235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Request and Complaint show the most cross-confusion, reflecting overlapping vocabulary — a target area for future data augmentation.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Deployment Performance</a:t>
            </a:r>
            <a:endParaRPr lang="en-US" sz="2800" dirty="0"/>
          </a:p>
        </p:txBody>
      </p:sp>
      <p:pic>
        <p:nvPicPr>
          <p:cNvPr id="3" name="Image 0" descr="/home/claude/ppt/inte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5486400" cy="3135086"/>
          </a:xfrm>
          <a:prstGeom prst="rect">
            <a:avLst/>
          </a:prstGeom>
        </p:spPr>
      </p:pic>
      <p:pic>
        <p:nvPicPr>
          <p:cNvPr id="4" name="Image 1" descr="/home/claude/ppt/latency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234440"/>
            <a:ext cx="5486400" cy="322729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4937760"/>
            <a:ext cx="11201400" cy="1417320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502920" y="5074920"/>
            <a:ext cx="28003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91-92%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5623560"/>
            <a:ext cx="28003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303270" y="5074920"/>
            <a:ext cx="28003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1.8s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303270" y="5623560"/>
            <a:ext cx="28003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 Time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(Dockerized + CI/CD)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103620" y="5074920"/>
            <a:ext cx="28003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100x+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6103620" y="5623560"/>
            <a:ext cx="28003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Manual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Response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903970" y="5074920"/>
            <a:ext cx="28003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wks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903970" y="5623560"/>
            <a:ext cx="28003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Build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Deployment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 Achieved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37160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DistilBERT model classifying customer intent with ~91-92% test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92240" y="1463040"/>
            <a:ext cx="457200" cy="45720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137160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FastAPI REST endpoint (/predict) returning intent + confidence score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457200" cy="45720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136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044952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containerized application deployable consistently via Docker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907792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92240" y="3136392"/>
            <a:ext cx="457200" cy="45720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3136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32320" y="3044952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CI/CD pipeline — test, build &amp; deploy on every push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581144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4809744"/>
            <a:ext cx="457200" cy="45720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718304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cloud-hosted chatbot API accessible over the internet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4581144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92240" y="4809744"/>
            <a:ext cx="457200" cy="45720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2320" y="4718304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response time and operational load on human support agents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5029200"/>
          </a:xfrm>
          <a:prstGeom prst="rect">
            <a:avLst/>
          </a:prstGeom>
          <a:solidFill>
            <a:srgbClr val="FD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2066544"/>
            <a:ext cx="109728" cy="109728"/>
          </a:xfrm>
          <a:prstGeom prst="ellipse">
            <a:avLst/>
          </a:prstGeom>
          <a:solidFill>
            <a:srgbClr val="B3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multi-turn conversational context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752344"/>
            <a:ext cx="109728" cy="109728"/>
          </a:xfrm>
          <a:prstGeom prst="ellipse">
            <a:avLst/>
          </a:prstGeom>
          <a:solidFill>
            <a:srgbClr val="B3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26060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set of predefined intent categories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438144"/>
            <a:ext cx="109728" cy="109728"/>
          </a:xfrm>
          <a:prstGeom prst="ellipse">
            <a:avLst/>
          </a:prstGeom>
          <a:solidFill>
            <a:srgbClr val="B3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32918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intents may be misclassified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234440"/>
            <a:ext cx="5394960" cy="5029200"/>
          </a:xfrm>
          <a:prstGeom prst="rect">
            <a:avLst/>
          </a:prstGeom>
          <a:solidFill>
            <a:srgbClr val="EA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508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C6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2066544"/>
            <a:ext cx="109728" cy="109728"/>
          </a:xfrm>
          <a:prstGeom prst="ellipse">
            <a:avLst/>
          </a:prstGeom>
          <a:solidFill>
            <a:srgbClr val="2C6E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0" y="19202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dialogue management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83680" y="2752344"/>
            <a:ext cx="109728" cy="109728"/>
          </a:xfrm>
          <a:prstGeom prst="ellipse">
            <a:avLst/>
          </a:prstGeom>
          <a:solidFill>
            <a:srgbClr val="2C6E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26060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responses via LLM integration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83680" y="3438144"/>
            <a:ext cx="109728" cy="109728"/>
          </a:xfrm>
          <a:prstGeom prst="ellipse">
            <a:avLst/>
          </a:prstGeom>
          <a:solidFill>
            <a:srgbClr val="2C6E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3291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loop for continuous improvement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0" y="4123944"/>
            <a:ext cx="109728" cy="109728"/>
          </a:xfrm>
          <a:prstGeom prst="ellipse">
            <a:avLst/>
          </a:prstGeom>
          <a:solidFill>
            <a:srgbClr val="2C6E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0" y="39776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autoscaling + monitoring (Prometheus/Grafana)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0" y="4809744"/>
            <a:ext cx="109728" cy="109728"/>
          </a:xfrm>
          <a:prstGeom prst="ellipse">
            <a:avLst/>
          </a:prstGeom>
          <a:solidFill>
            <a:srgbClr val="2C6E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4663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intent support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 Certificate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91544" y="1143000"/>
            <a:ext cx="3805864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101600" dist="38100" dir="5400000" algn="bl" rotWithShape="0">
              <a:srgbClr val="88888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ppt/certificat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984" y="1234440"/>
            <a:ext cx="3622984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pt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85800"/>
            <a:ext cx="822960" cy="8778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6517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77240" y="36118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Swastik Srivastava  |  B.Tech CSE  |  IILM University, Greater Noida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864</Words>
  <Application>Microsoft Macintosh PowerPoint</Application>
  <PresentationFormat>Widescreen</PresentationFormat>
  <Paragraphs>169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Cc 8041</cp:lastModifiedBy>
  <cp:revision>2</cp:revision>
  <dcterms:created xsi:type="dcterms:W3CDTF">2026-08-10T05:33:04Z</dcterms:created>
  <dcterms:modified xsi:type="dcterms:W3CDTF">2026-08-10T05:37:06Z</dcterms:modified>
</cp:coreProperties>
</file>